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30" r:id="rId1"/>
  </p:sldMasterIdLst>
  <p:sldIdLst>
    <p:sldId id="256" r:id="rId2"/>
    <p:sldId id="257" r:id="rId3"/>
    <p:sldId id="259" r:id="rId4"/>
    <p:sldId id="258" r:id="rId5"/>
    <p:sldId id="261" r:id="rId6"/>
    <p:sldId id="260"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EDAB"/>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72" autoAdjust="0"/>
    <p:restoredTop sz="94660"/>
  </p:normalViewPr>
  <p:slideViewPr>
    <p:cSldViewPr snapToGrid="0">
      <p:cViewPr>
        <p:scale>
          <a:sx n="73" d="100"/>
          <a:sy n="73" d="100"/>
        </p:scale>
        <p:origin x="420"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977690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582266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757630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3/27/2025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589689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3/27/2025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971053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3/27/2025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724347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3/27/2025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514828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3/27/2025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795970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3/27/2025</a:t>
            </a:fld>
            <a:endParaRPr lang="en-US" dirty="0"/>
          </a:p>
        </p:txBody>
      </p:sp>
    </p:spTree>
    <p:extLst>
      <p:ext uri="{BB962C8B-B14F-4D97-AF65-F5344CB8AC3E}">
        <p14:creationId xmlns:p14="http://schemas.microsoft.com/office/powerpoint/2010/main" val="23340405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240315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6080944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883426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6738993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23896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297696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726851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dashVert">
          <a:fgClr>
            <a:srgbClr val="EDEDAB"/>
          </a:fgClr>
          <a:bgClr>
            <a:schemeClr val="bg1"/>
          </a:bgClr>
        </a:pattFill>
        <a:effectLst/>
      </p:bgPr>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3/27/2025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98991063"/>
      </p:ext>
    </p:extLst>
  </p:cSld>
  <p:clrMap bg1="lt1" tx1="dk1" bg2="lt2" tx2="dk2" accent1="accent1" accent2="accent2" accent3="accent3" accent4="accent4" accent5="accent5" accent6="accent6" hlink="hlink" folHlink="folHlink"/>
  <p:sldLayoutIdLst>
    <p:sldLayoutId id="2147483731" r:id="rId1"/>
    <p:sldLayoutId id="2147483732" r:id="rId2"/>
    <p:sldLayoutId id="2147483733" r:id="rId3"/>
    <p:sldLayoutId id="2147483734" r:id="rId4"/>
    <p:sldLayoutId id="2147483735" r:id="rId5"/>
    <p:sldLayoutId id="2147483736" r:id="rId6"/>
    <p:sldLayoutId id="2147483737" r:id="rId7"/>
    <p:sldLayoutId id="2147483738" r:id="rId8"/>
    <p:sldLayoutId id="2147483739" r:id="rId9"/>
    <p:sldLayoutId id="2147483740" r:id="rId10"/>
    <p:sldLayoutId id="2147483741" r:id="rId11"/>
    <p:sldLayoutId id="2147483742" r:id="rId12"/>
    <p:sldLayoutId id="2147483743" r:id="rId13"/>
    <p:sldLayoutId id="2147483744" r:id="rId14"/>
    <p:sldLayoutId id="2147483745" r:id="rId15"/>
    <p:sldLayoutId id="214748374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6.jp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746499" y="898742"/>
            <a:ext cx="2959101" cy="1739436"/>
          </a:xfrm>
        </p:spPr>
        <p:txBody>
          <a:bodyPr/>
          <a:lstStyle/>
          <a:p>
            <a:r>
              <a:rPr lang="en-US" dirty="0" smtClean="0"/>
              <a:t>PETS.CO </a:t>
            </a:r>
            <a:endParaRPr lang="en-US" dirty="0"/>
          </a:p>
        </p:txBody>
      </p:sp>
      <p:sp>
        <p:nvSpPr>
          <p:cNvPr id="3" name="Subtitle 2"/>
          <p:cNvSpPr>
            <a:spLocks noGrp="1"/>
          </p:cNvSpPr>
          <p:nvPr>
            <p:ph type="subTitle" idx="1"/>
          </p:nvPr>
        </p:nvSpPr>
        <p:spPr>
          <a:xfrm>
            <a:off x="2473515" y="3470634"/>
            <a:ext cx="5970500" cy="1096899"/>
          </a:xfrm>
        </p:spPr>
        <p:txBody>
          <a:bodyPr/>
          <a:lstStyle/>
          <a:p>
            <a:r>
              <a:rPr lang="en-US" dirty="0" smtClean="0"/>
              <a:t>BY VICTOR KARIUKI ON THE 28</a:t>
            </a:r>
            <a:r>
              <a:rPr lang="en-US" baseline="30000" dirty="0" smtClean="0"/>
              <a:t>TH</a:t>
            </a:r>
            <a:r>
              <a:rPr lang="en-US" dirty="0" smtClean="0"/>
              <a:t> OF MARCH 2025</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47115" y="267137"/>
            <a:ext cx="4055485" cy="3637647"/>
          </a:xfrm>
          <a:prstGeom prst="rect">
            <a:avLst/>
          </a:prstGeom>
        </p:spPr>
      </p:pic>
    </p:spTree>
    <p:extLst>
      <p:ext uri="{BB962C8B-B14F-4D97-AF65-F5344CB8AC3E}">
        <p14:creationId xmlns:p14="http://schemas.microsoft.com/office/powerpoint/2010/main" val="29702819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a:xfrm>
            <a:off x="546266" y="1646712"/>
            <a:ext cx="9120248" cy="2189018"/>
          </a:xfrm>
        </p:spPr>
        <p:txBody>
          <a:bodyPr>
            <a:normAutofit/>
          </a:bodyPr>
          <a:lstStyle/>
          <a:p>
            <a:r>
              <a:rPr lang="en-US" dirty="0"/>
              <a:t>"Introducing </a:t>
            </a:r>
            <a:r>
              <a:rPr lang="en-US" b="1" u="sng" dirty="0">
                <a:solidFill>
                  <a:srgbClr val="0070C0"/>
                </a:solidFill>
              </a:rPr>
              <a:t>Pets.co</a:t>
            </a:r>
            <a:r>
              <a:rPr lang="en-US" dirty="0">
                <a:solidFill>
                  <a:srgbClr val="0070C0"/>
                </a:solidFill>
              </a:rPr>
              <a:t>, </a:t>
            </a:r>
            <a:r>
              <a:rPr lang="en-US" dirty="0"/>
              <a:t>the all-in-one website designed to make pet care easy and stress-free. From grooming and boarding to pet products and medical services</a:t>
            </a:r>
            <a:r>
              <a:rPr lang="en-US" dirty="0">
                <a:solidFill>
                  <a:srgbClr val="0070C0"/>
                </a:solidFill>
              </a:rPr>
              <a:t>, </a:t>
            </a:r>
            <a:r>
              <a:rPr lang="en-US" b="1" u="sng" dirty="0">
                <a:solidFill>
                  <a:srgbClr val="0070C0"/>
                </a:solidFill>
              </a:rPr>
              <a:t>Pets.co</a:t>
            </a:r>
            <a:r>
              <a:rPr lang="en-US" dirty="0">
                <a:solidFill>
                  <a:srgbClr val="0070C0"/>
                </a:solidFill>
              </a:rPr>
              <a:t> </a:t>
            </a:r>
            <a:r>
              <a:rPr lang="en-US" dirty="0"/>
              <a:t>connects pet owners with trusted professionals to keep their pets happy and healthy. We’re here to simplify pet care, so you can focus on enjoying time with your furry friends!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02582" y="2856350"/>
            <a:ext cx="4572000" cy="3728517"/>
          </a:xfrm>
          <a:prstGeom prst="rect">
            <a:avLst/>
          </a:prstGeom>
          <a:ln>
            <a:noFill/>
          </a:ln>
          <a:effectLst>
            <a:outerShdw blurRad="190500" algn="tl" rotWithShape="0">
              <a:srgbClr val="000000">
                <a:alpha val="70000"/>
              </a:srgbClr>
            </a:outerShdw>
          </a:effectLst>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72761" y="15912"/>
            <a:ext cx="1818122" cy="1630800"/>
          </a:xfrm>
          <a:prstGeom prst="rect">
            <a:avLst/>
          </a:prstGeom>
        </p:spPr>
      </p:pic>
    </p:spTree>
    <p:extLst>
      <p:ext uri="{BB962C8B-B14F-4D97-AF65-F5344CB8AC3E}">
        <p14:creationId xmlns:p14="http://schemas.microsoft.com/office/powerpoint/2010/main" val="27933882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OVERVIEW</a:t>
            </a:r>
            <a:endParaRPr lang="en-US" dirty="0"/>
          </a:p>
        </p:txBody>
      </p:sp>
      <p:sp>
        <p:nvSpPr>
          <p:cNvPr id="3" name="Content Placeholder 2"/>
          <p:cNvSpPr>
            <a:spLocks noGrp="1"/>
          </p:cNvSpPr>
          <p:nvPr>
            <p:ph idx="1"/>
          </p:nvPr>
        </p:nvSpPr>
        <p:spPr/>
        <p:txBody>
          <a:bodyPr/>
          <a:lstStyle/>
          <a:p>
            <a:r>
              <a:rPr lang="en-US" b="1" dirty="0" smtClean="0"/>
              <a:t>Pets.co</a:t>
            </a:r>
            <a:r>
              <a:rPr lang="en-US" dirty="0" smtClean="0"/>
              <a:t> </a:t>
            </a:r>
            <a:r>
              <a:rPr lang="en-US" dirty="0"/>
              <a:t>features a clean, user-friendly design that makes navigating pet services easy. With clear categories for grooming, pet sitting, and products, users can quickly find what they need. The website is streamlined for both pet owners and service providers, offering a smooth, efficient experience on any device</a:t>
            </a:r>
            <a:r>
              <a:rPr lang="en-US" dirty="0" smtClean="0"/>
              <a:t>.</a:t>
            </a:r>
          </a:p>
          <a:p>
            <a:endParaRPr lang="en-US" dirty="0"/>
          </a:p>
          <a:p>
            <a:r>
              <a:rPr lang="en-US" b="1" dirty="0"/>
              <a:t>Pets.co</a:t>
            </a:r>
            <a:r>
              <a:rPr lang="en-US" dirty="0"/>
              <a:t> makes pet care easy by connecting owners with trusted services like grooming, boarding, and vet care—all in one simple platform. It saves time and ensures pets get the best care, giving owners peace of mind</a:t>
            </a:r>
            <a:r>
              <a:rPr lang="en-US" dirty="0" smtClean="0"/>
              <a:t>.</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4302" y="3480724"/>
            <a:ext cx="2633767" cy="279082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67687" y="0"/>
            <a:ext cx="2152135" cy="1930400"/>
          </a:xfrm>
          <a:prstGeom prst="rect">
            <a:avLst/>
          </a:prstGeom>
        </p:spPr>
      </p:pic>
    </p:spTree>
    <p:extLst>
      <p:ext uri="{BB962C8B-B14F-4D97-AF65-F5344CB8AC3E}">
        <p14:creationId xmlns:p14="http://schemas.microsoft.com/office/powerpoint/2010/main" val="19978548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18708" y="327330"/>
            <a:ext cx="4718792" cy="906679"/>
          </a:xfrm>
        </p:spPr>
        <p:txBody>
          <a:bodyPr/>
          <a:lstStyle/>
          <a:p>
            <a:r>
              <a:rPr lang="en-US" dirty="0" smtClean="0">
                <a:solidFill>
                  <a:srgbClr val="0070C0"/>
                </a:solidFill>
              </a:rPr>
              <a:t>TARGER AUDIENCE</a:t>
            </a:r>
            <a:endParaRPr lang="en-US" dirty="0">
              <a:solidFill>
                <a:srgbClr val="0070C0"/>
              </a:solidFill>
            </a:endParaRPr>
          </a:p>
        </p:txBody>
      </p:sp>
      <p:sp>
        <p:nvSpPr>
          <p:cNvPr id="5" name="Rectangle 2"/>
          <p:cNvSpPr>
            <a:spLocks noGrp="1" noChangeArrowheads="1"/>
          </p:cNvSpPr>
          <p:nvPr>
            <p:ph idx="1"/>
          </p:nvPr>
        </p:nvSpPr>
        <p:spPr bwMode="auto">
          <a:xfrm>
            <a:off x="1059709" y="1493748"/>
            <a:ext cx="10376642"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smtClean="0">
                <a:ln>
                  <a:noFill/>
                </a:ln>
                <a:solidFill>
                  <a:schemeClr val="tx1"/>
                </a:solidFill>
                <a:effectLst/>
                <a:latin typeface="Arial" panose="020B0604020202020204" pitchFamily="34" charset="0"/>
              </a:rPr>
              <a:t>Pet Owners</a:t>
            </a:r>
            <a:r>
              <a:rPr kumimoji="0" lang="en-US" sz="1800" b="0" i="0" u="none" strike="noStrike" cap="none" normalizeH="0" baseline="0" smtClean="0">
                <a:ln>
                  <a:noFill/>
                </a:ln>
                <a:solidFill>
                  <a:schemeClr val="tx1"/>
                </a:solidFill>
                <a:effectLst/>
                <a:latin typeface="Arial" panose="020B0604020202020204" pitchFamily="34" charset="0"/>
              </a:rPr>
              <a:t> (especially dog and cat owners) looking for grooming, boarding, and care services.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smtClean="0">
                <a:ln>
                  <a:noFill/>
                </a:ln>
                <a:solidFill>
                  <a:schemeClr val="tx1"/>
                </a:solidFill>
                <a:effectLst/>
                <a:latin typeface="Arial" panose="020B0604020202020204" pitchFamily="34" charset="0"/>
              </a:rPr>
              <a:t>Busy Professionals</a:t>
            </a:r>
            <a:r>
              <a:rPr kumimoji="0" lang="en-US" sz="1800" b="0" i="0" u="none" strike="noStrike" cap="none" normalizeH="0" baseline="0" smtClean="0">
                <a:ln>
                  <a:noFill/>
                </a:ln>
                <a:solidFill>
                  <a:schemeClr val="tx1"/>
                </a:solidFill>
                <a:effectLst/>
                <a:latin typeface="Arial" panose="020B0604020202020204" pitchFamily="34" charset="0"/>
              </a:rPr>
              <a:t> and </a:t>
            </a:r>
            <a:r>
              <a:rPr kumimoji="0" lang="en-US" sz="1800" b="1" i="0" u="none" strike="noStrike" cap="none" normalizeH="0" baseline="0" smtClean="0">
                <a:ln>
                  <a:noFill/>
                </a:ln>
                <a:solidFill>
                  <a:schemeClr val="tx1"/>
                </a:solidFill>
                <a:effectLst/>
                <a:latin typeface="Arial" panose="020B0604020202020204" pitchFamily="34" charset="0"/>
              </a:rPr>
              <a:t>Families</a:t>
            </a:r>
            <a:r>
              <a:rPr kumimoji="0" lang="en-US" sz="1800" b="0" i="0" u="none" strike="noStrike" cap="none" normalizeH="0" baseline="0" smtClean="0">
                <a:ln>
                  <a:noFill/>
                </a:ln>
                <a:solidFill>
                  <a:schemeClr val="tx1"/>
                </a:solidFill>
                <a:effectLst/>
                <a:latin typeface="Arial" panose="020B0604020202020204" pitchFamily="34" charset="0"/>
              </a:rPr>
              <a:t> who need reliable pet care while at work or on vacation.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smtClean="0">
                <a:ln>
                  <a:noFill/>
                </a:ln>
                <a:solidFill>
                  <a:schemeClr val="tx1"/>
                </a:solidFill>
                <a:effectLst/>
                <a:latin typeface="Arial" panose="020B0604020202020204" pitchFamily="34" charset="0"/>
              </a:rPr>
              <a:t>Pet Service Providers</a:t>
            </a:r>
            <a:r>
              <a:rPr kumimoji="0" lang="en-US" sz="1800" b="0" i="0" u="none" strike="noStrike" cap="none" normalizeH="0" baseline="0" smtClean="0">
                <a:ln>
                  <a:noFill/>
                </a:ln>
                <a:solidFill>
                  <a:schemeClr val="tx1"/>
                </a:solidFill>
                <a:effectLst/>
                <a:latin typeface="Arial" panose="020B0604020202020204" pitchFamily="34" charset="0"/>
              </a:rPr>
              <a:t> (groomers, trainers, veterinarians) looking to connect with more customers.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smtClean="0">
                <a:ln>
                  <a:noFill/>
                </a:ln>
                <a:solidFill>
                  <a:schemeClr val="tx1"/>
                </a:solidFill>
                <a:effectLst/>
                <a:latin typeface="Arial" panose="020B0604020202020204" pitchFamily="34" charset="0"/>
              </a:rPr>
              <a:t>Animal Shelters and Adoption Centers</a:t>
            </a:r>
            <a:r>
              <a:rPr kumimoji="0" lang="en-US" sz="1800" b="0" i="0" u="none" strike="noStrike" cap="none" normalizeH="0" baseline="0" smtClean="0">
                <a:ln>
                  <a:noFill/>
                </a:ln>
                <a:solidFill>
                  <a:schemeClr val="tx1"/>
                </a:solidFill>
                <a:effectLst/>
                <a:latin typeface="Arial" panose="020B0604020202020204" pitchFamily="34" charset="0"/>
              </a:rPr>
              <a:t> seeking a platform for pet adoption and rescue services</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9709" y="2953815"/>
            <a:ext cx="3170524" cy="317052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30233" y="2953815"/>
            <a:ext cx="4685167" cy="317052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15400" y="2953816"/>
            <a:ext cx="3276600" cy="317052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1" name="Picture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85187" y="0"/>
            <a:ext cx="1571625" cy="1409700"/>
          </a:xfrm>
          <a:prstGeom prst="rect">
            <a:avLst/>
          </a:prstGeom>
        </p:spPr>
      </p:pic>
    </p:spTree>
    <p:extLst>
      <p:ext uri="{BB962C8B-B14F-4D97-AF65-F5344CB8AC3E}">
        <p14:creationId xmlns:p14="http://schemas.microsoft.com/office/powerpoint/2010/main" val="23996527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7780866" cy="762000"/>
          </a:xfrm>
        </p:spPr>
        <p:txBody>
          <a:bodyPr/>
          <a:lstStyle/>
          <a:p>
            <a:r>
              <a:rPr lang="en-US" dirty="0" smtClean="0"/>
              <a:t>USER INTERFACE AND EXPERIENCE</a:t>
            </a:r>
            <a:endParaRPr lang="en-US" dirty="0"/>
          </a:p>
        </p:txBody>
      </p:sp>
      <p:sp>
        <p:nvSpPr>
          <p:cNvPr id="3" name="Content Placeholder 2"/>
          <p:cNvSpPr>
            <a:spLocks noGrp="1"/>
          </p:cNvSpPr>
          <p:nvPr>
            <p:ph idx="1"/>
          </p:nvPr>
        </p:nvSpPr>
        <p:spPr>
          <a:xfrm>
            <a:off x="372534" y="1385889"/>
            <a:ext cx="8390466" cy="1077911"/>
          </a:xfrm>
        </p:spPr>
        <p:txBody>
          <a:bodyPr>
            <a:normAutofit fontScale="92500"/>
          </a:bodyPr>
          <a:lstStyle/>
          <a:p>
            <a:r>
              <a:rPr lang="en-US" b="1" u="sng" dirty="0">
                <a:solidFill>
                  <a:srgbClr val="0070C0"/>
                </a:solidFill>
              </a:rPr>
              <a:t>Pets.co</a:t>
            </a:r>
            <a:r>
              <a:rPr lang="en-US" dirty="0"/>
              <a:t> offers an incredibly intuitive and smooth user interface, making it effortless for pet owners to find services and book appointments. Navigating the site feels seamless, ensuring a hassle-free experience every time</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5939" y="2770189"/>
            <a:ext cx="6100403" cy="354171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76342" y="2409066"/>
            <a:ext cx="5536258" cy="3813843"/>
          </a:xfrm>
          <a:prstGeom prst="rect">
            <a:avLst/>
          </a:prstGeom>
        </p:spPr>
      </p:pic>
    </p:spTree>
    <p:extLst>
      <p:ext uri="{BB962C8B-B14F-4D97-AF65-F5344CB8AC3E}">
        <p14:creationId xmlns:p14="http://schemas.microsoft.com/office/powerpoint/2010/main" val="24329911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FEATURES</a:t>
            </a:r>
            <a:endParaRPr lang="en-US" dirty="0"/>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17865913" y="1398588"/>
            <a:ext cx="412374"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292100" y="1930400"/>
            <a:ext cx="9690100" cy="2862322"/>
          </a:xfrm>
          <a:prstGeom prst="rect">
            <a:avLst/>
          </a:prstGeom>
          <a:noFill/>
        </p:spPr>
        <p:txBody>
          <a:bodyPr wrap="square" rtlCol="0">
            <a:spAutoFit/>
          </a:bodyPr>
          <a:lstStyle/>
          <a:p>
            <a:pPr lvl="0" defTabSz="914400" eaLnBrk="0" fontAlgn="base" hangingPunct="0">
              <a:spcBef>
                <a:spcPct val="0"/>
              </a:spcBef>
              <a:spcAft>
                <a:spcPct val="0"/>
              </a:spcAft>
              <a:buFontTx/>
              <a:buAutoNum type="arabicPeriod"/>
            </a:pPr>
            <a:r>
              <a:rPr lang="en-US" b="1" dirty="0">
                <a:latin typeface="Arial" panose="020B0604020202020204" pitchFamily="34" charset="0"/>
              </a:rPr>
              <a:t>"The simple design of Pets.co ensures a clean, clutter-free experience. With easy navigation and clear sections, users can quickly find what they need, making the entire process fast and efficient</a:t>
            </a:r>
            <a:r>
              <a:rPr lang="en-US" b="1" dirty="0" smtClean="0">
                <a:latin typeface="Arial" panose="020B0604020202020204" pitchFamily="34" charset="0"/>
              </a:rPr>
              <a:t>.“</a:t>
            </a:r>
          </a:p>
          <a:p>
            <a:pPr lvl="0" defTabSz="914400" eaLnBrk="0" fontAlgn="base" hangingPunct="0">
              <a:spcBef>
                <a:spcPct val="0"/>
              </a:spcBef>
              <a:spcAft>
                <a:spcPct val="0"/>
              </a:spcAft>
              <a:buFontTx/>
              <a:buAutoNum type="arabicPeriod"/>
            </a:pPr>
            <a:endParaRPr lang="en-US" b="1" dirty="0">
              <a:latin typeface="Arial" panose="020B0604020202020204" pitchFamily="34" charset="0"/>
            </a:endParaRPr>
          </a:p>
          <a:p>
            <a:pPr lvl="0" defTabSz="914400" eaLnBrk="0" fontAlgn="base" hangingPunct="0">
              <a:spcBef>
                <a:spcPct val="0"/>
              </a:spcBef>
              <a:spcAft>
                <a:spcPct val="0"/>
              </a:spcAft>
              <a:buFontTx/>
              <a:buAutoNum type="arabicPeriod"/>
            </a:pPr>
            <a:endParaRPr lang="en-US" dirty="0">
              <a:latin typeface="Arial" panose="020B0604020202020204" pitchFamily="34" charset="0"/>
            </a:endParaRPr>
          </a:p>
          <a:p>
            <a:pPr lvl="0" defTabSz="914400" eaLnBrk="0" fontAlgn="base" hangingPunct="0">
              <a:spcBef>
                <a:spcPct val="0"/>
              </a:spcBef>
              <a:spcAft>
                <a:spcPct val="0"/>
              </a:spcAft>
              <a:buFontTx/>
              <a:buAutoNum type="arabicPeriod" startAt="2"/>
            </a:pPr>
            <a:r>
              <a:rPr lang="en-US" b="1" dirty="0">
                <a:latin typeface="Arial" panose="020B0604020202020204" pitchFamily="34" charset="0"/>
              </a:rPr>
              <a:t>"A minimalist design makes Pets.co user-friendly and accessible. Its straightforward layout removes confusion, allowing users to easily browse services and book appointments without any hassle."</a:t>
            </a:r>
            <a:endParaRPr lang="en-US" dirty="0">
              <a:latin typeface="Arial" panose="020B0604020202020204" pitchFamily="34" charset="0"/>
            </a:endParaRPr>
          </a:p>
          <a:p>
            <a:pPr lvl="0" defTabSz="914400" eaLnBrk="0" fontAlgn="base" hangingPunct="0">
              <a:spcBef>
                <a:spcPct val="0"/>
              </a:spcBef>
              <a:spcAft>
                <a:spcPct val="0"/>
              </a:spcAft>
            </a:pPr>
            <a:r>
              <a:rPr lang="en-US" dirty="0">
                <a:latin typeface="Arial" panose="020B0604020202020204" pitchFamily="34" charset="0"/>
              </a:rPr>
              <a:t>Both highlight the benefits of simplicity—clarity, speed, and ease. Does this align with what you’re aiming for?</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88189" y="0"/>
            <a:ext cx="1571625" cy="1651000"/>
          </a:xfrm>
          <a:prstGeom prst="rect">
            <a:avLst/>
          </a:prstGeom>
        </p:spPr>
      </p:pic>
    </p:spTree>
    <p:extLst>
      <p:ext uri="{BB962C8B-B14F-4D97-AF65-F5344CB8AC3E}">
        <p14:creationId xmlns:p14="http://schemas.microsoft.com/office/powerpoint/2010/main" val="1083798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MARKET ANALYSIS</a:t>
            </a:r>
            <a:endParaRPr lang="en-US" dirty="0"/>
          </a:p>
        </p:txBody>
      </p:sp>
      <p:sp>
        <p:nvSpPr>
          <p:cNvPr id="3" name="Content Placeholder 2"/>
          <p:cNvSpPr>
            <a:spLocks noGrp="1"/>
          </p:cNvSpPr>
          <p:nvPr>
            <p:ph idx="1"/>
          </p:nvPr>
        </p:nvSpPr>
        <p:spPr>
          <a:xfrm>
            <a:off x="474134" y="1576389"/>
            <a:ext cx="8596668" cy="3880773"/>
          </a:xfrm>
        </p:spPr>
        <p:txBody>
          <a:bodyPr/>
          <a:lstStyle/>
          <a:p>
            <a:r>
              <a:rPr lang="en-US" b="1" dirty="0"/>
              <a:t>Market Research &amp; Competition:</a:t>
            </a:r>
            <a:r>
              <a:rPr lang="en-US" dirty="0"/>
              <a:t/>
            </a:r>
            <a:br>
              <a:rPr lang="en-US" dirty="0"/>
            </a:br>
            <a:r>
              <a:rPr lang="en-US" dirty="0"/>
              <a:t>"Research shows that the main competition in the pet services market comes from websites like </a:t>
            </a:r>
            <a:r>
              <a:rPr lang="en-US" b="1" dirty="0" err="1"/>
              <a:t>PetStore</a:t>
            </a:r>
            <a:r>
              <a:rPr lang="en-US" dirty="0"/>
              <a:t>, which are often overcomplicated and difficult to navigate. In contrast, </a:t>
            </a:r>
            <a:r>
              <a:rPr lang="en-US" b="1" dirty="0"/>
              <a:t>Pets.co</a:t>
            </a:r>
            <a:r>
              <a:rPr lang="en-US" dirty="0"/>
              <a:t> offers a simple, user-friendly design that enhances the user experience."</a:t>
            </a:r>
          </a:p>
          <a:p>
            <a:r>
              <a:rPr lang="en-US" b="1" dirty="0"/>
              <a:t>Market Potential &amp; Opportunity:</a:t>
            </a:r>
            <a:r>
              <a:rPr lang="en-US" dirty="0"/>
              <a:t/>
            </a:r>
            <a:br>
              <a:rPr lang="en-US" dirty="0"/>
            </a:br>
            <a:r>
              <a:rPr lang="en-US" dirty="0"/>
              <a:t>"With the growing demand for convenient pet care solutions, </a:t>
            </a:r>
            <a:r>
              <a:rPr lang="en-US" b="1" dirty="0"/>
              <a:t>Pets.co</a:t>
            </a:r>
            <a:r>
              <a:rPr lang="en-US" dirty="0"/>
              <a:t> taps into significant market potential by addressing these pain points. This creates a unique opportunity to attract a larger audience. By leveraging social media ads, we can easily redirect traffic to the site and boost our reach.</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58655" y="0"/>
            <a:ext cx="2037094" cy="1827212"/>
          </a:xfrm>
          <a:prstGeom prst="rect">
            <a:avLst/>
          </a:prstGeom>
        </p:spPr>
      </p:pic>
    </p:spTree>
    <p:extLst>
      <p:ext uri="{BB962C8B-B14F-4D97-AF65-F5344CB8AC3E}">
        <p14:creationId xmlns:p14="http://schemas.microsoft.com/office/powerpoint/2010/main" val="37408108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2834" y="1219200"/>
            <a:ext cx="8596668" cy="1320800"/>
          </a:xfrm>
        </p:spPr>
        <p:txBody>
          <a:bodyPr/>
          <a:lstStyle/>
          <a:p>
            <a:r>
              <a:rPr lang="en-US" dirty="0" smtClean="0"/>
              <a:t>MARKETING AND REVENUE STRATEGIES</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297689" y="0"/>
            <a:ext cx="1722611" cy="1689100"/>
          </a:xfrm>
        </p:spPr>
      </p:pic>
      <p:sp>
        <p:nvSpPr>
          <p:cNvPr id="5" name="TextBox 4"/>
          <p:cNvSpPr txBox="1"/>
          <p:nvPr/>
        </p:nvSpPr>
        <p:spPr>
          <a:xfrm>
            <a:off x="558800" y="2311400"/>
            <a:ext cx="9461500" cy="3416320"/>
          </a:xfrm>
          <a:prstGeom prst="rect">
            <a:avLst/>
          </a:prstGeom>
          <a:noFill/>
        </p:spPr>
        <p:txBody>
          <a:bodyPr wrap="square" rtlCol="0">
            <a:spAutoFit/>
          </a:bodyPr>
          <a:lstStyle/>
          <a:p>
            <a:pPr marL="285750" indent="-285750">
              <a:buFont typeface="Wingdings" panose="05000000000000000000" pitchFamily="2" charset="2"/>
              <a:buChar char="Ø"/>
            </a:pPr>
            <a:r>
              <a:rPr lang="en-US" b="1" dirty="0"/>
              <a:t>Marketing Strategy:</a:t>
            </a:r>
            <a:r>
              <a:rPr lang="en-US" dirty="0"/>
              <a:t/>
            </a:r>
            <a:br>
              <a:rPr lang="en-US" dirty="0"/>
            </a:br>
            <a:r>
              <a:rPr lang="en-US" dirty="0"/>
              <a:t>"To drive traffic to </a:t>
            </a:r>
            <a:r>
              <a:rPr lang="en-US" b="1" dirty="0"/>
              <a:t>Pets.co</a:t>
            </a:r>
            <a:r>
              <a:rPr lang="en-US" dirty="0"/>
              <a:t>, we’ll utilize targeted social media ads and influencer partnerships to reach pet owners directly. Engaging content, including pet care tips, testimonials, and promotions, will help build brand awareness and establish trust. </a:t>
            </a:r>
            <a:endParaRPr lang="en-US" dirty="0" smtClean="0"/>
          </a:p>
          <a:p>
            <a:endParaRPr lang="en-US" dirty="0"/>
          </a:p>
          <a:p>
            <a:pPr marL="285750" indent="-285750">
              <a:buFont typeface="Wingdings" panose="05000000000000000000" pitchFamily="2" charset="2"/>
              <a:buChar char="Ø"/>
            </a:pPr>
            <a:r>
              <a:rPr lang="en-US" b="1" dirty="0"/>
              <a:t>Revenue Collection Strategy:</a:t>
            </a:r>
            <a:r>
              <a:rPr lang="en-US" dirty="0"/>
              <a:t/>
            </a:r>
            <a:br>
              <a:rPr lang="en-US" dirty="0"/>
            </a:br>
            <a:r>
              <a:rPr lang="en-US" dirty="0"/>
              <a:t>"</a:t>
            </a:r>
            <a:r>
              <a:rPr lang="en-US" b="1" dirty="0"/>
              <a:t>Pets.co</a:t>
            </a:r>
            <a:r>
              <a:rPr lang="en-US" dirty="0"/>
              <a:t> will generate revenue through service commissions, listing fees from pet care providers, and a premium membership option for exclusive services. A subscription model for regular pet care services, like grooming or pet sitting, will also provide steady, recurring revenue. By diversifying revenue streams, we’ll ensure long-term growth and profitability.</a:t>
            </a:r>
          </a:p>
          <a:p>
            <a:endParaRPr lang="en-US" dirty="0"/>
          </a:p>
        </p:txBody>
      </p:sp>
    </p:spTree>
    <p:extLst>
      <p:ext uri="{BB962C8B-B14F-4D97-AF65-F5344CB8AC3E}">
        <p14:creationId xmlns:p14="http://schemas.microsoft.com/office/powerpoint/2010/main" val="41110618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FUTURE ENHANSMENTS.</a:t>
            </a:r>
            <a:br>
              <a:rPr lang="en-US" dirty="0" smtClean="0"/>
            </a:br>
            <a:endParaRPr lang="en-US" dirty="0"/>
          </a:p>
        </p:txBody>
      </p:sp>
      <p:sp>
        <p:nvSpPr>
          <p:cNvPr id="3" name="Content Placeholder 2"/>
          <p:cNvSpPr>
            <a:spLocks noGrp="1"/>
          </p:cNvSpPr>
          <p:nvPr>
            <p:ph idx="1"/>
          </p:nvPr>
        </p:nvSpPr>
        <p:spPr/>
        <p:txBody>
          <a:bodyPr/>
          <a:lstStyle/>
          <a:p>
            <a:r>
              <a:rPr lang="en-US" b="1" dirty="0" smtClean="0"/>
              <a:t>Pets.co</a:t>
            </a:r>
            <a:r>
              <a:rPr lang="en-US" dirty="0" smtClean="0"/>
              <a:t> </a:t>
            </a:r>
            <a:r>
              <a:rPr lang="en-US" dirty="0"/>
              <a:t>will enhance its backend by integrating a robust CMS for easier updates and better analytics to personalize user experiences. We’ll also focus on developing a more efficient database and improving the overall backend architecture to handle growing traffic and ensure smooth performance as the platform scales</a:t>
            </a:r>
            <a:r>
              <a:rPr lang="en-US" dirty="0" smtClean="0"/>
              <a:t>.</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29587" y="0"/>
            <a:ext cx="2093913" cy="1930400"/>
          </a:xfrm>
          <a:prstGeom prst="rect">
            <a:avLst/>
          </a:prstGeom>
        </p:spPr>
      </p:pic>
    </p:spTree>
    <p:extLst>
      <p:ext uri="{BB962C8B-B14F-4D97-AF65-F5344CB8AC3E}">
        <p14:creationId xmlns:p14="http://schemas.microsoft.com/office/powerpoint/2010/main" val="16619360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62443" y="1217660"/>
            <a:ext cx="3346026" cy="683623"/>
          </a:xfrm>
        </p:spPr>
        <p:txBody>
          <a:bodyPr>
            <a:normAutofit fontScale="90000"/>
          </a:bodyPr>
          <a:lstStyle/>
          <a:p>
            <a:r>
              <a:rPr lang="en-US" dirty="0" smtClean="0"/>
              <a:t>CONCLUSION</a:t>
            </a:r>
            <a:br>
              <a:rPr lang="en-US" dirty="0" smtClean="0"/>
            </a:b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762702" y="0"/>
            <a:ext cx="3022599" cy="2711180"/>
          </a:xfrm>
          <a:solidFill>
            <a:srgbClr val="EDEDAB">
              <a:alpha val="10000"/>
            </a:srgbClr>
          </a:solidFill>
        </p:spPr>
      </p:pic>
      <p:sp>
        <p:nvSpPr>
          <p:cNvPr id="5" name="TextBox 4"/>
          <p:cNvSpPr txBox="1"/>
          <p:nvPr/>
        </p:nvSpPr>
        <p:spPr>
          <a:xfrm>
            <a:off x="1356603" y="1960703"/>
            <a:ext cx="6298232" cy="2585323"/>
          </a:xfrm>
          <a:prstGeom prst="rect">
            <a:avLst/>
          </a:prstGeom>
          <a:noFill/>
        </p:spPr>
        <p:txBody>
          <a:bodyPr wrap="square" rtlCol="0">
            <a:spAutoFit/>
          </a:bodyPr>
          <a:lstStyle/>
          <a:p>
            <a:r>
              <a:rPr lang="en-US" b="1" dirty="0" smtClean="0"/>
              <a:t>Pets.co</a:t>
            </a:r>
            <a:r>
              <a:rPr lang="en-US" dirty="0" smtClean="0"/>
              <a:t> </a:t>
            </a:r>
            <a:r>
              <a:rPr lang="en-US" dirty="0"/>
              <a:t>is poised to revolutionize the pet services market by offering a simple, user-friendly platform that connects pet owners with trusted professionals. With a clear focus on user experience, effective marketing, and scalable revenue streams, the site is well-positioned for growth. By continuously enhancing the backend and embracing future opportunities, </a:t>
            </a:r>
            <a:r>
              <a:rPr lang="en-US" b="1" dirty="0"/>
              <a:t>Pets.co</a:t>
            </a:r>
            <a:r>
              <a:rPr lang="en-US" dirty="0"/>
              <a:t> will provide both convenience for pet owners and long-term success in the pet care </a:t>
            </a:r>
            <a:r>
              <a:rPr lang="en-US" dirty="0" err="1"/>
              <a:t>industry</a:t>
            </a:r>
            <a:r>
              <a:rPr lang="en-US" sz="1800" kern="1200" dirty="0" err="1" smtClean="0">
                <a:solidFill>
                  <a:schemeClr val="tx1"/>
                </a:solidFill>
                <a:latin typeface="+mn-lt"/>
                <a:ea typeface="+mn-ea"/>
                <a:cs typeface="+mn-cs"/>
              </a:rPr>
              <a:t>our</a:t>
            </a:r>
            <a:r>
              <a:rPr lang="en-US" sz="1800" kern="1200" dirty="0" smtClean="0">
                <a:solidFill>
                  <a:schemeClr val="tx1"/>
                </a:solidFill>
                <a:latin typeface="+mn-lt"/>
                <a:ea typeface="+mn-ea"/>
                <a:cs typeface="+mn-cs"/>
              </a:rPr>
              <a:t> </a:t>
            </a:r>
            <a:r>
              <a:rPr lang="en-US" sz="1800" kern="1200" dirty="0">
                <a:solidFill>
                  <a:schemeClr val="tx1"/>
                </a:solidFill>
                <a:latin typeface="+mn-lt"/>
                <a:ea typeface="+mn-ea"/>
                <a:cs typeface="+mn-cs"/>
              </a:rPr>
              <a:t>text here</a:t>
            </a:r>
          </a:p>
        </p:txBody>
      </p:sp>
    </p:spTree>
    <p:extLst>
      <p:ext uri="{BB962C8B-B14F-4D97-AF65-F5344CB8AC3E}">
        <p14:creationId xmlns:p14="http://schemas.microsoft.com/office/powerpoint/2010/main" val="34247830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pattFill prst="pct10">
          <a:fgClr>
            <a:schemeClr val="tx1"/>
          </a:fgClr>
          <a:bgClr>
            <a:schemeClr val="bg1"/>
          </a:bgClr>
        </a:patt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Q&amp;A ?</a:t>
            </a:r>
            <a:endParaRPr lang="en-US" dirty="0">
              <a:solidFill>
                <a:srgbClr val="FF0000"/>
              </a:solidFill>
            </a:endParaRPr>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234354366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439</TotalTime>
  <Words>509</Words>
  <Application>Microsoft Office PowerPoint</Application>
  <PresentationFormat>Widescreen</PresentationFormat>
  <Paragraphs>33</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Trebuchet MS</vt:lpstr>
      <vt:lpstr>Wingdings</vt:lpstr>
      <vt:lpstr>Wingdings 3</vt:lpstr>
      <vt:lpstr>Facet</vt:lpstr>
      <vt:lpstr>PETS.CO </vt:lpstr>
      <vt:lpstr>INTRODUCTION</vt:lpstr>
      <vt:lpstr>PROJECT OVERVIEW</vt:lpstr>
      <vt:lpstr>TARGER AUDIENCE</vt:lpstr>
      <vt:lpstr>USER INTERFACE AND EXPERIENCE</vt:lpstr>
      <vt:lpstr>FEATURES</vt:lpstr>
      <vt:lpstr>MARKET ANALYSIS</vt:lpstr>
      <vt:lpstr>MARKETING AND REVENUE STRATEGIES</vt:lpstr>
      <vt:lpstr>FUTURE ENHANSMENTS. </vt:lpstr>
      <vt:lpstr>CONCLUSION </vt:lpstr>
      <vt:lpstr>Q&amp;A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Pets.Co</dc:title>
  <dc:creator>Microsoft account</dc:creator>
  <cp:lastModifiedBy>Microsoft account</cp:lastModifiedBy>
  <cp:revision>12</cp:revision>
  <dcterms:created xsi:type="dcterms:W3CDTF">2025-03-27T17:46:10Z</dcterms:created>
  <dcterms:modified xsi:type="dcterms:W3CDTF">2025-03-28T01:05:45Z</dcterms:modified>
</cp:coreProperties>
</file>